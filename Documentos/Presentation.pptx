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AA847-37F0-E807-8F9B-911D18662BB9}" v="272" dt="2025-11-24T14:46:00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ueva" userId="f8eae564f6fb628e" providerId="Windows Live" clId="Web-{59DAA847-37F0-E807-8F9B-911D18662BB9}"/>
    <pc:docChg chg="addSld modSld addMainMaster delMainMaster">
      <pc:chgData name="Juan Cueva" userId="f8eae564f6fb628e" providerId="Windows Live" clId="Web-{59DAA847-37F0-E807-8F9B-911D18662BB9}" dt="2025-11-24T14:46:00.128" v="258"/>
      <pc:docMkLst>
        <pc:docMk/>
      </pc:docMkLst>
      <pc:sldChg chg="addSp modSp mod setBg modClrScheme chgLayout">
        <pc:chgData name="Juan Cueva" userId="f8eae564f6fb628e" providerId="Windows Live" clId="Web-{59DAA847-37F0-E807-8F9B-911D18662BB9}" dt="2025-11-24T14:37:47.292" v="82" actId="1076"/>
        <pc:sldMkLst>
          <pc:docMk/>
          <pc:sldMk cId="109857222" sldId="256"/>
        </pc:sldMkLst>
        <pc:spChg chg="mod">
          <ac:chgData name="Juan Cueva" userId="f8eae564f6fb628e" providerId="Windows Live" clId="Web-{59DAA847-37F0-E807-8F9B-911D18662BB9}" dt="2025-11-24T14:35:47.864" v="2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uan Cueva" userId="f8eae564f6fb628e" providerId="Windows Live" clId="Web-{59DAA847-37F0-E807-8F9B-911D18662BB9}" dt="2025-11-24T14:36:36.068" v="77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Juan Cueva" userId="f8eae564f6fb628e" providerId="Windows Live" clId="Web-{59DAA847-37F0-E807-8F9B-911D18662BB9}" dt="2025-11-24T14:34:59.364" v="0"/>
          <ac:spMkLst>
            <pc:docMk/>
            <pc:sldMk cId="109857222" sldId="256"/>
            <ac:spMk id="8" creationId="{CA5B2A81-2C8E-4963-AFD4-E539D168B475}"/>
          </ac:spMkLst>
        </pc:spChg>
        <pc:grpChg chg="add">
          <ac:chgData name="Juan Cueva" userId="f8eae564f6fb628e" providerId="Windows Live" clId="Web-{59DAA847-37F0-E807-8F9B-911D18662BB9}" dt="2025-11-24T14:34:59.364" v="0"/>
          <ac:grpSpMkLst>
            <pc:docMk/>
            <pc:sldMk cId="109857222" sldId="256"/>
            <ac:grpSpMk id="12" creationId="{BA595053-E415-459A-BEFE-AB5E8230FC8E}"/>
          </ac:grpSpMkLst>
        </pc:grpChg>
        <pc:picChg chg="add mod">
          <ac:chgData name="Juan Cueva" userId="f8eae564f6fb628e" providerId="Windows Live" clId="Web-{59DAA847-37F0-E807-8F9B-911D18662BB9}" dt="2025-11-24T14:37:47.292" v="82" actId="1076"/>
          <ac:picMkLst>
            <pc:docMk/>
            <pc:sldMk cId="109857222" sldId="256"/>
            <ac:picMk id="4" creationId="{AADF1B12-BFBA-DC70-53BB-84916EB59E81}"/>
          </ac:picMkLst>
        </pc:picChg>
        <pc:cxnChg chg="add">
          <ac:chgData name="Juan Cueva" userId="f8eae564f6fb628e" providerId="Windows Live" clId="Web-{59DAA847-37F0-E807-8F9B-911D18662BB9}" dt="2025-11-24T14:34:59.364" v="0"/>
          <ac:cxnSpMkLst>
            <pc:docMk/>
            <pc:sldMk cId="109857222" sldId="256"/>
            <ac:cxnSpMk id="10" creationId="{C5E7DC88-9347-4DA2-A922-44BF91515279}"/>
          </ac:cxnSpMkLst>
        </pc:cxnChg>
      </pc:sldChg>
      <pc:sldChg chg="addSp delSp modSp new">
        <pc:chgData name="Juan Cueva" userId="f8eae564f6fb628e" providerId="Windows Live" clId="Web-{59DAA847-37F0-E807-8F9B-911D18662BB9}" dt="2025-11-24T14:45:46.643" v="251" actId="1076"/>
        <pc:sldMkLst>
          <pc:docMk/>
          <pc:sldMk cId="1662709042" sldId="257"/>
        </pc:sldMkLst>
        <pc:spChg chg="mod">
          <ac:chgData name="Juan Cueva" userId="f8eae564f6fb628e" providerId="Windows Live" clId="Web-{59DAA847-37F0-E807-8F9B-911D18662BB9}" dt="2025-11-24T14:38:18.840" v="110" actId="20577"/>
          <ac:spMkLst>
            <pc:docMk/>
            <pc:sldMk cId="1662709042" sldId="257"/>
            <ac:spMk id="2" creationId="{ED6D46FD-AF1C-33F3-23B1-3DE9473FBB9C}"/>
          </ac:spMkLst>
        </pc:spChg>
        <pc:spChg chg="del">
          <ac:chgData name="Juan Cueva" userId="f8eae564f6fb628e" providerId="Windows Live" clId="Web-{59DAA847-37F0-E807-8F9B-911D18662BB9}" dt="2025-11-24T14:38:24.855" v="111"/>
          <ac:spMkLst>
            <pc:docMk/>
            <pc:sldMk cId="1662709042" sldId="257"/>
            <ac:spMk id="3" creationId="{B22A9113-A8D2-6E71-2591-5192956DF88C}"/>
          </ac:spMkLst>
        </pc:spChg>
        <pc:spChg chg="add del mod">
          <ac:chgData name="Juan Cueva" userId="f8eae564f6fb628e" providerId="Windows Live" clId="Web-{59DAA847-37F0-E807-8F9B-911D18662BB9}" dt="2025-11-24T14:41:18.642" v="218"/>
          <ac:spMkLst>
            <pc:docMk/>
            <pc:sldMk cId="1662709042" sldId="257"/>
            <ac:spMk id="6" creationId="{98BBDC36-0697-FFD4-A327-A8B52E378A0D}"/>
          </ac:spMkLst>
        </pc:spChg>
        <pc:picChg chg="add del mod ord">
          <ac:chgData name="Juan Cueva" userId="f8eae564f6fb628e" providerId="Windows Live" clId="Web-{59DAA847-37F0-E807-8F9B-911D18662BB9}" dt="2025-11-24T14:38:29.777" v="112"/>
          <ac:picMkLst>
            <pc:docMk/>
            <pc:sldMk cId="1662709042" sldId="257"/>
            <ac:picMk id="4" creationId="{2411C977-6257-85B1-8076-4A9B63FF9E7C}"/>
          </ac:picMkLst>
        </pc:picChg>
        <pc:picChg chg="add mod ord">
          <ac:chgData name="Juan Cueva" userId="f8eae564f6fb628e" providerId="Windows Live" clId="Web-{59DAA847-37F0-E807-8F9B-911D18662BB9}" dt="2025-11-24T14:41:24.423" v="220" actId="14100"/>
          <ac:picMkLst>
            <pc:docMk/>
            <pc:sldMk cId="1662709042" sldId="257"/>
            <ac:picMk id="7" creationId="{F95E133A-0963-8DA1-C49D-AA0B836DC128}"/>
          </ac:picMkLst>
        </pc:picChg>
        <pc:picChg chg="add mod">
          <ac:chgData name="Juan Cueva" userId="f8eae564f6fb628e" providerId="Windows Live" clId="Web-{59DAA847-37F0-E807-8F9B-911D18662BB9}" dt="2025-11-24T14:45:46.643" v="251" actId="1076"/>
          <ac:picMkLst>
            <pc:docMk/>
            <pc:sldMk cId="1662709042" sldId="257"/>
            <ac:picMk id="9" creationId="{5E13AF91-184C-903F-8A1F-4DEDA30064D0}"/>
          </ac:picMkLst>
        </pc:picChg>
      </pc:sldChg>
      <pc:sldChg chg="addSp delSp modSp new">
        <pc:chgData name="Juan Cueva" userId="f8eae564f6fb628e" providerId="Windows Live" clId="Web-{59DAA847-37F0-E807-8F9B-911D18662BB9}" dt="2025-11-24T14:45:54.675" v="255"/>
        <pc:sldMkLst>
          <pc:docMk/>
          <pc:sldMk cId="2426996694" sldId="258"/>
        </pc:sldMkLst>
        <pc:spChg chg="mod">
          <ac:chgData name="Juan Cueva" userId="f8eae564f6fb628e" providerId="Windows Live" clId="Web-{59DAA847-37F0-E807-8F9B-911D18662BB9}" dt="2025-11-24T14:38:56.043" v="140" actId="20577"/>
          <ac:spMkLst>
            <pc:docMk/>
            <pc:sldMk cId="2426996694" sldId="258"/>
            <ac:spMk id="2" creationId="{E9824BF5-4C07-D153-5F73-79126AE445BE}"/>
          </ac:spMkLst>
        </pc:spChg>
        <pc:spChg chg="del">
          <ac:chgData name="Juan Cueva" userId="f8eae564f6fb628e" providerId="Windows Live" clId="Web-{59DAA847-37F0-E807-8F9B-911D18662BB9}" dt="2025-11-24T14:43:27.924" v="229"/>
          <ac:spMkLst>
            <pc:docMk/>
            <pc:sldMk cId="2426996694" sldId="258"/>
            <ac:spMk id="3" creationId="{AEE9EDCF-7415-1C29-742D-3923112EC01F}"/>
          </ac:spMkLst>
        </pc:spChg>
        <pc:picChg chg="add mod ord">
          <ac:chgData name="Juan Cueva" userId="f8eae564f6fb628e" providerId="Windows Live" clId="Web-{59DAA847-37F0-E807-8F9B-911D18662BB9}" dt="2025-11-24T14:43:37.565" v="231" actId="1076"/>
          <ac:picMkLst>
            <pc:docMk/>
            <pc:sldMk cId="2426996694" sldId="258"/>
            <ac:picMk id="4" creationId="{06280B73-A0C0-12A3-D809-54F0150417C4}"/>
          </ac:picMkLst>
        </pc:picChg>
        <pc:picChg chg="add">
          <ac:chgData name="Juan Cueva" userId="f8eae564f6fb628e" providerId="Windows Live" clId="Web-{59DAA847-37F0-E807-8F9B-911D18662BB9}" dt="2025-11-24T14:45:51.956" v="253"/>
          <ac:picMkLst>
            <pc:docMk/>
            <pc:sldMk cId="2426996694" sldId="258"/>
            <ac:picMk id="6" creationId="{93B1B1D3-E8C5-BC4E-FFC4-378D6122495B}"/>
          </ac:picMkLst>
        </pc:picChg>
        <pc:picChg chg="add del">
          <ac:chgData name="Juan Cueva" userId="f8eae564f6fb628e" providerId="Windows Live" clId="Web-{59DAA847-37F0-E807-8F9B-911D18662BB9}" dt="2025-11-24T14:45:54.675" v="255"/>
          <ac:picMkLst>
            <pc:docMk/>
            <pc:sldMk cId="2426996694" sldId="258"/>
            <ac:picMk id="8" creationId="{592D3F28-7E78-6738-5F58-82AF375AC9FE}"/>
          </ac:picMkLst>
        </pc:picChg>
      </pc:sldChg>
      <pc:sldChg chg="addSp delSp modSp new">
        <pc:chgData name="Juan Cueva" userId="f8eae564f6fb628e" providerId="Windows Live" clId="Web-{59DAA847-37F0-E807-8F9B-911D18662BB9}" dt="2025-11-24T14:45:56.722" v="256"/>
        <pc:sldMkLst>
          <pc:docMk/>
          <pc:sldMk cId="2672990360" sldId="259"/>
        </pc:sldMkLst>
        <pc:spChg chg="mod">
          <ac:chgData name="Juan Cueva" userId="f8eae564f6fb628e" providerId="Windows Live" clId="Web-{59DAA847-37F0-E807-8F9B-911D18662BB9}" dt="2025-11-24T14:39:36.711" v="161" actId="20577"/>
          <ac:spMkLst>
            <pc:docMk/>
            <pc:sldMk cId="2672990360" sldId="259"/>
            <ac:spMk id="2" creationId="{D450435F-F8BF-B107-9E2D-B8CAAA4C6A16}"/>
          </ac:spMkLst>
        </pc:spChg>
        <pc:spChg chg="del">
          <ac:chgData name="Juan Cueva" userId="f8eae564f6fb628e" providerId="Windows Live" clId="Web-{59DAA847-37F0-E807-8F9B-911D18662BB9}" dt="2025-11-24T14:43:51.456" v="232"/>
          <ac:spMkLst>
            <pc:docMk/>
            <pc:sldMk cId="2672990360" sldId="259"/>
            <ac:spMk id="3" creationId="{C9A498B2-1A2B-C312-B091-417A9DA4083A}"/>
          </ac:spMkLst>
        </pc:spChg>
        <pc:picChg chg="add mod ord">
          <ac:chgData name="Juan Cueva" userId="f8eae564f6fb628e" providerId="Windows Live" clId="Web-{59DAA847-37F0-E807-8F9B-911D18662BB9}" dt="2025-11-24T14:43:59.174" v="234" actId="1076"/>
          <ac:picMkLst>
            <pc:docMk/>
            <pc:sldMk cId="2672990360" sldId="259"/>
            <ac:picMk id="4" creationId="{ADFB284D-6378-2BAF-ADCE-C4DA1561FF3E}"/>
          </ac:picMkLst>
        </pc:picChg>
        <pc:picChg chg="add">
          <ac:chgData name="Juan Cueva" userId="f8eae564f6fb628e" providerId="Windows Live" clId="Web-{59DAA847-37F0-E807-8F9B-911D18662BB9}" dt="2025-11-24T14:45:56.722" v="256"/>
          <ac:picMkLst>
            <pc:docMk/>
            <pc:sldMk cId="2672990360" sldId="259"/>
            <ac:picMk id="6" creationId="{FD88A09F-6205-4CFB-791A-F7B970D958BC}"/>
          </ac:picMkLst>
        </pc:picChg>
      </pc:sldChg>
      <pc:sldChg chg="addSp delSp modSp new">
        <pc:chgData name="Juan Cueva" userId="f8eae564f6fb628e" providerId="Windows Live" clId="Web-{59DAA847-37F0-E807-8F9B-911D18662BB9}" dt="2025-11-24T14:45:59.722" v="257"/>
        <pc:sldMkLst>
          <pc:docMk/>
          <pc:sldMk cId="3293255469" sldId="260"/>
        </pc:sldMkLst>
        <pc:spChg chg="mod">
          <ac:chgData name="Juan Cueva" userId="f8eae564f6fb628e" providerId="Windows Live" clId="Web-{59DAA847-37F0-E807-8F9B-911D18662BB9}" dt="2025-11-24T14:40:04.826" v="189" actId="20577"/>
          <ac:spMkLst>
            <pc:docMk/>
            <pc:sldMk cId="3293255469" sldId="260"/>
            <ac:spMk id="2" creationId="{FDEC1B4D-82FB-6A57-8F73-C5A5A2CC23AE}"/>
          </ac:spMkLst>
        </pc:spChg>
        <pc:spChg chg="del">
          <ac:chgData name="Juan Cueva" userId="f8eae564f6fb628e" providerId="Windows Live" clId="Web-{59DAA847-37F0-E807-8F9B-911D18662BB9}" dt="2025-11-24T14:44:08.846" v="235"/>
          <ac:spMkLst>
            <pc:docMk/>
            <pc:sldMk cId="3293255469" sldId="260"/>
            <ac:spMk id="3" creationId="{C611A253-D671-8D65-2511-77F4373200DF}"/>
          </ac:spMkLst>
        </pc:spChg>
        <pc:picChg chg="add mod ord">
          <ac:chgData name="Juan Cueva" userId="f8eae564f6fb628e" providerId="Windows Live" clId="Web-{59DAA847-37F0-E807-8F9B-911D18662BB9}" dt="2025-11-24T14:44:28.565" v="241" actId="1076"/>
          <ac:picMkLst>
            <pc:docMk/>
            <pc:sldMk cId="3293255469" sldId="260"/>
            <ac:picMk id="4" creationId="{F25398D5-E5D0-2668-F5B7-45DDA3230D50}"/>
          </ac:picMkLst>
        </pc:picChg>
        <pc:picChg chg="add mod">
          <ac:chgData name="Juan Cueva" userId="f8eae564f6fb628e" providerId="Windows Live" clId="Web-{59DAA847-37F0-E807-8F9B-911D18662BB9}" dt="2025-11-24T14:44:47.503" v="242" actId="14100"/>
          <ac:picMkLst>
            <pc:docMk/>
            <pc:sldMk cId="3293255469" sldId="260"/>
            <ac:picMk id="5" creationId="{842C4AF1-C662-B173-905A-2E5A61116245}"/>
          </ac:picMkLst>
        </pc:picChg>
        <pc:picChg chg="add">
          <ac:chgData name="Juan Cueva" userId="f8eae564f6fb628e" providerId="Windows Live" clId="Web-{59DAA847-37F0-E807-8F9B-911D18662BB9}" dt="2025-11-24T14:45:59.722" v="257"/>
          <ac:picMkLst>
            <pc:docMk/>
            <pc:sldMk cId="3293255469" sldId="260"/>
            <ac:picMk id="7" creationId="{CC84EF83-02AF-6D6B-A5C0-D1605471C630}"/>
          </ac:picMkLst>
        </pc:picChg>
      </pc:sldChg>
      <pc:sldChg chg="addSp delSp modSp new">
        <pc:chgData name="Juan Cueva" userId="f8eae564f6fb628e" providerId="Windows Live" clId="Web-{59DAA847-37F0-E807-8F9B-911D18662BB9}" dt="2025-11-24T14:46:00.128" v="258"/>
        <pc:sldMkLst>
          <pc:docMk/>
          <pc:sldMk cId="3178081361" sldId="261"/>
        </pc:sldMkLst>
        <pc:spChg chg="mod">
          <ac:chgData name="Juan Cueva" userId="f8eae564f6fb628e" providerId="Windows Live" clId="Web-{59DAA847-37F0-E807-8F9B-911D18662BB9}" dt="2025-11-24T14:40:25.906" v="217" actId="20577"/>
          <ac:spMkLst>
            <pc:docMk/>
            <pc:sldMk cId="3178081361" sldId="261"/>
            <ac:spMk id="2" creationId="{0A7BAD91-4982-FB1A-6624-7C15260FB723}"/>
          </ac:spMkLst>
        </pc:spChg>
        <pc:spChg chg="del">
          <ac:chgData name="Juan Cueva" userId="f8eae564f6fb628e" providerId="Windows Live" clId="Web-{59DAA847-37F0-E807-8F9B-911D18662BB9}" dt="2025-11-24T14:45:03.706" v="243"/>
          <ac:spMkLst>
            <pc:docMk/>
            <pc:sldMk cId="3178081361" sldId="261"/>
            <ac:spMk id="3" creationId="{B62C2D38-65E4-C11C-FEA9-452C9A2E9029}"/>
          </ac:spMkLst>
        </pc:spChg>
        <pc:picChg chg="add mod ord">
          <ac:chgData name="Juan Cueva" userId="f8eae564f6fb628e" providerId="Windows Live" clId="Web-{59DAA847-37F0-E807-8F9B-911D18662BB9}" dt="2025-11-24T14:45:09.409" v="245" actId="14100"/>
          <ac:picMkLst>
            <pc:docMk/>
            <pc:sldMk cId="3178081361" sldId="261"/>
            <ac:picMk id="4" creationId="{687AB301-C5FF-8AFB-0029-1F873D20BFBB}"/>
          </ac:picMkLst>
        </pc:picChg>
        <pc:picChg chg="add mod">
          <ac:chgData name="Juan Cueva" userId="f8eae564f6fb628e" providerId="Windows Live" clId="Web-{59DAA847-37F0-E807-8F9B-911D18662BB9}" dt="2025-11-24T14:45:28.721" v="248" actId="1076"/>
          <ac:picMkLst>
            <pc:docMk/>
            <pc:sldMk cId="3178081361" sldId="261"/>
            <ac:picMk id="5" creationId="{0BE48B3E-2250-8346-C120-EF1C7973733E}"/>
          </ac:picMkLst>
        </pc:picChg>
        <pc:picChg chg="add">
          <ac:chgData name="Juan Cueva" userId="f8eae564f6fb628e" providerId="Windows Live" clId="Web-{59DAA847-37F0-E807-8F9B-911D18662BB9}" dt="2025-11-24T14:46:00.128" v="258"/>
          <ac:picMkLst>
            <pc:docMk/>
            <pc:sldMk cId="3178081361" sldId="261"/>
            <ac:picMk id="7" creationId="{BF8251E7-40C4-7607-EB49-CA1BE95811B2}"/>
          </ac:picMkLst>
        </pc:picChg>
      </pc:sldChg>
      <pc:sldChg chg="addSp delSp modSp new">
        <pc:chgData name="Juan Cueva" userId="f8eae564f6fb628e" providerId="Windows Live" clId="Web-{59DAA847-37F0-E807-8F9B-911D18662BB9}" dt="2025-11-24T14:45:49.034" v="252"/>
        <pc:sldMkLst>
          <pc:docMk/>
          <pc:sldMk cId="84147987" sldId="262"/>
        </pc:sldMkLst>
        <pc:spChg chg="mod">
          <ac:chgData name="Juan Cueva" userId="f8eae564f6fb628e" providerId="Windows Live" clId="Web-{59DAA847-37F0-E807-8F9B-911D18662BB9}" dt="2025-11-24T14:41:35.049" v="223" actId="20577"/>
          <ac:spMkLst>
            <pc:docMk/>
            <pc:sldMk cId="84147987" sldId="262"/>
            <ac:spMk id="2" creationId="{06546AF8-13EE-C04E-CBB7-D959450B4E42}"/>
          </ac:spMkLst>
        </pc:spChg>
        <pc:spChg chg="del">
          <ac:chgData name="Juan Cueva" userId="f8eae564f6fb628e" providerId="Windows Live" clId="Web-{59DAA847-37F0-E807-8F9B-911D18662BB9}" dt="2025-11-24T14:41:54.752" v="224"/>
          <ac:spMkLst>
            <pc:docMk/>
            <pc:sldMk cId="84147987" sldId="262"/>
            <ac:spMk id="3" creationId="{438EB0A0-DA9F-7226-3177-FA8775B1A4E8}"/>
          </ac:spMkLst>
        </pc:spChg>
        <pc:picChg chg="add mod ord">
          <ac:chgData name="Juan Cueva" userId="f8eae564f6fb628e" providerId="Windows Live" clId="Web-{59DAA847-37F0-E807-8F9B-911D18662BB9}" dt="2025-11-24T14:42:09.174" v="228" actId="1076"/>
          <ac:picMkLst>
            <pc:docMk/>
            <pc:sldMk cId="84147987" sldId="262"/>
            <ac:picMk id="4" creationId="{F60B42F9-97FC-0788-9127-5D934F0FF247}"/>
          </ac:picMkLst>
        </pc:picChg>
        <pc:picChg chg="add">
          <ac:chgData name="Juan Cueva" userId="f8eae564f6fb628e" providerId="Windows Live" clId="Web-{59DAA847-37F0-E807-8F9B-911D18662BB9}" dt="2025-11-24T14:45:49.034" v="252"/>
          <ac:picMkLst>
            <pc:docMk/>
            <pc:sldMk cId="84147987" sldId="262"/>
            <ac:picMk id="6" creationId="{48F38673-63EF-D8E0-51F2-F12761A3DFA0}"/>
          </ac:picMkLst>
        </pc:picChg>
      </pc:sldChg>
      <pc:sldMasterChg chg="del delSldLayout">
        <pc:chgData name="Juan Cueva" userId="f8eae564f6fb628e" providerId="Windows Live" clId="Web-{59DAA847-37F0-E807-8F9B-911D18662BB9}" dt="2025-11-24T14:34:59.364" v="0"/>
        <pc:sldMasterMkLst>
          <pc:docMk/>
          <pc:sldMasterMk cId="2460954070" sldId="2147483660"/>
        </pc:sldMasterMkLst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Juan Cueva" userId="f8eae564f6fb628e" providerId="Windows Live" clId="Web-{59DAA847-37F0-E807-8F9B-911D18662BB9}" dt="2025-11-24T14:34:59.36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Juan Cueva" userId="f8eae564f6fb628e" providerId="Windows Live" clId="Web-{59DAA847-37F0-E807-8F9B-911D18662BB9}" dt="2025-11-24T14:34:59.364" v="0"/>
        <pc:sldMasterMkLst>
          <pc:docMk/>
          <pc:sldMasterMk cId="807146349" sldId="2147483763"/>
        </pc:sldMasterMkLst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2111391950" sldId="2147483752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1763232968" sldId="2147483753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1093100240" sldId="2147483754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2294097561" sldId="2147483755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2696246538" sldId="2147483756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346326378" sldId="2147483757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2083529114" sldId="2147483758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4209919497" sldId="2147483759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1787226338" sldId="2147483760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1337897284" sldId="2147483761"/>
          </pc:sldLayoutMkLst>
        </pc:sldLayoutChg>
        <pc:sldLayoutChg chg="add">
          <pc:chgData name="Juan Cueva" userId="f8eae564f6fb628e" providerId="Windows Live" clId="Web-{59DAA847-37F0-E807-8F9B-911D18662BB9}" dt="2025-11-24T14:34:59.364" v="0"/>
          <pc:sldLayoutMkLst>
            <pc:docMk/>
            <pc:sldMasterMk cId="807146349" sldId="2147483763"/>
            <pc:sldLayoutMk cId="3518881103" sldId="21474837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52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22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9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4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9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23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9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4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0" y="1079500"/>
            <a:ext cx="3882286" cy="21384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Fundamentos</a:t>
            </a:r>
            <a:r>
              <a:rPr lang="en-US" dirty="0"/>
              <a:t> de la </a:t>
            </a:r>
            <a:r>
              <a:rPr lang="en-US" dirty="0" err="1"/>
              <a:t>ingenieria</a:t>
            </a:r>
            <a:r>
              <a:rPr lang="en-US" dirty="0"/>
              <a:t>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7143" y="4113213"/>
            <a:ext cx="2988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Calibri" panose="05000000000000000000" pitchFamily="2" charset="2"/>
              <a:buChar char="-"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Juan Cueva</a:t>
            </a:r>
          </a:p>
          <a:p>
            <a:pPr marL="342900" indent="-342900">
              <a:buFont typeface="Calibri" panose="05000000000000000000" pitchFamily="2" charset="2"/>
              <a:buChar char="-"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Luis Aguilar</a:t>
            </a:r>
          </a:p>
          <a:p>
            <a:pPr marL="342900" indent="-342900">
              <a:buFont typeface="Calibri" panose="05000000000000000000" pitchFamily="2" charset="2"/>
              <a:buChar char="-"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Alex Serrano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E7DC88-9347-4DA2-A922-44BF91515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1143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595053-E415-459A-BEFE-AB5E8230F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81200" y="457964"/>
            <a:ext cx="7681842" cy="5937065"/>
            <a:chOff x="4481200" y="457964"/>
            <a:chExt cx="7681842" cy="593706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8A3988-2421-4574-9BD9-B2339563A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7504761" y="1865958"/>
              <a:ext cx="1270000" cy="3384002"/>
              <a:chOff x="7920038" y="61913"/>
              <a:chExt cx="1270000" cy="3384002"/>
            </a:xfrm>
          </p:grpSpPr>
          <p:sp>
            <p:nvSpPr>
              <p:cNvPr id="114" name="Freeform 76">
                <a:extLst>
                  <a:ext uri="{FF2B5EF4-FFF2-40B4-BE49-F238E27FC236}">
                    <a16:creationId xmlns:a16="http://schemas.microsoft.com/office/drawing/2014/main" id="{680A4E14-BA98-4609-89A6-C2AE403AA0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77">
                <a:extLst>
                  <a:ext uri="{FF2B5EF4-FFF2-40B4-BE49-F238E27FC236}">
                    <a16:creationId xmlns:a16="http://schemas.microsoft.com/office/drawing/2014/main" id="{B3682EC3-C47C-428E-90B9-EBFC1BBAF4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5CD492B9-2182-48CB-BB90-882465E077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17" name="Line 90">
                  <a:extLst>
                    <a:ext uri="{FF2B5EF4-FFF2-40B4-BE49-F238E27FC236}">
                      <a16:creationId xmlns:a16="http://schemas.microsoft.com/office/drawing/2014/main" id="{2A3F6E42-47C2-4BBA-99F0-0924A4DEEE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8" name="Freeform 91">
                  <a:extLst>
                    <a:ext uri="{FF2B5EF4-FFF2-40B4-BE49-F238E27FC236}">
                      <a16:creationId xmlns:a16="http://schemas.microsoft.com/office/drawing/2014/main" id="{DF16C1C8-891E-4C86-A976-46448B5EB1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Freeform 92">
                  <a:extLst>
                    <a:ext uri="{FF2B5EF4-FFF2-40B4-BE49-F238E27FC236}">
                      <a16:creationId xmlns:a16="http://schemas.microsoft.com/office/drawing/2014/main" id="{3E9CA0DA-B58A-45CE-AB82-3A02627BD7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Freeform 93">
                  <a:extLst>
                    <a:ext uri="{FF2B5EF4-FFF2-40B4-BE49-F238E27FC236}">
                      <a16:creationId xmlns:a16="http://schemas.microsoft.com/office/drawing/2014/main" id="{B99696D4-3067-4027-AF5A-C82744CF4C2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A997202-49DA-41FA-9AE0-EFB2D496C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623433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E65C680-9E45-4326-87BA-DB5C073A4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92" name="Freeform 64">
                  <a:extLst>
                    <a:ext uri="{FF2B5EF4-FFF2-40B4-BE49-F238E27FC236}">
                      <a16:creationId xmlns:a16="http://schemas.microsoft.com/office/drawing/2014/main" id="{532112AE-BB41-4F7C-A952-9326CEA2999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Freeform 81">
                  <a:extLst>
                    <a:ext uri="{FF2B5EF4-FFF2-40B4-BE49-F238E27FC236}">
                      <a16:creationId xmlns:a16="http://schemas.microsoft.com/office/drawing/2014/main" id="{659A8511-2FCF-4CB9-B754-7F9A579299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Freeform 61">
                  <a:extLst>
                    <a:ext uri="{FF2B5EF4-FFF2-40B4-BE49-F238E27FC236}">
                      <a16:creationId xmlns:a16="http://schemas.microsoft.com/office/drawing/2014/main" id="{09F7BBD4-2535-4462-A669-B5AF03F553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Freeform 78">
                  <a:extLst>
                    <a:ext uri="{FF2B5EF4-FFF2-40B4-BE49-F238E27FC236}">
                      <a16:creationId xmlns:a16="http://schemas.microsoft.com/office/drawing/2014/main" id="{9FAB4B76-AAE8-4943-9F68-38BF9DD6E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Freeform 84">
                  <a:extLst>
                    <a:ext uri="{FF2B5EF4-FFF2-40B4-BE49-F238E27FC236}">
                      <a16:creationId xmlns:a16="http://schemas.microsoft.com/office/drawing/2014/main" id="{BF088D4F-72A8-4B26-B2B0-83481C4C3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Freeform 87">
                  <a:extLst>
                    <a:ext uri="{FF2B5EF4-FFF2-40B4-BE49-F238E27FC236}">
                      <a16:creationId xmlns:a16="http://schemas.microsoft.com/office/drawing/2014/main" id="{46D5D3BB-DDB8-4201-87E1-4A5BAE473E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Freeform 60">
                  <a:extLst>
                    <a:ext uri="{FF2B5EF4-FFF2-40B4-BE49-F238E27FC236}">
                      <a16:creationId xmlns:a16="http://schemas.microsoft.com/office/drawing/2014/main" id="{DA8955FF-F7B0-40D7-9880-59040DCE14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59">
                  <a:extLst>
                    <a:ext uri="{FF2B5EF4-FFF2-40B4-BE49-F238E27FC236}">
                      <a16:creationId xmlns:a16="http://schemas.microsoft.com/office/drawing/2014/main" id="{3D17851D-DF44-4F5C-B704-3C679EAE0C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Freeform 62">
                  <a:extLst>
                    <a:ext uri="{FF2B5EF4-FFF2-40B4-BE49-F238E27FC236}">
                      <a16:creationId xmlns:a16="http://schemas.microsoft.com/office/drawing/2014/main" id="{B5F59587-65A7-40A8-BB93-B997A6A955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Freeform 65">
                  <a:extLst>
                    <a:ext uri="{FF2B5EF4-FFF2-40B4-BE49-F238E27FC236}">
                      <a16:creationId xmlns:a16="http://schemas.microsoft.com/office/drawing/2014/main" id="{1FCCB367-D6F2-4E43-A5C7-6055769E67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Freeform 79">
                  <a:extLst>
                    <a:ext uri="{FF2B5EF4-FFF2-40B4-BE49-F238E27FC236}">
                      <a16:creationId xmlns:a16="http://schemas.microsoft.com/office/drawing/2014/main" id="{490EFE06-D2B5-4A07-AE0B-D34DA8BBDE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Freeform 82">
                  <a:extLst>
                    <a:ext uri="{FF2B5EF4-FFF2-40B4-BE49-F238E27FC236}">
                      <a16:creationId xmlns:a16="http://schemas.microsoft.com/office/drawing/2014/main" id="{373C6489-F409-4480-A971-D00FA7CC7C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Freeform 85">
                  <a:extLst>
                    <a:ext uri="{FF2B5EF4-FFF2-40B4-BE49-F238E27FC236}">
                      <a16:creationId xmlns:a16="http://schemas.microsoft.com/office/drawing/2014/main" id="{DB968F13-0AB6-460B-954D-BEF3B8AE901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Freeform 88">
                  <a:extLst>
                    <a:ext uri="{FF2B5EF4-FFF2-40B4-BE49-F238E27FC236}">
                      <a16:creationId xmlns:a16="http://schemas.microsoft.com/office/drawing/2014/main" id="{9C021457-94A1-4527-8923-B75DB285D7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C26248E-2525-4441-A6C8-F33690838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07" name="Line 63">
                    <a:extLst>
                      <a:ext uri="{FF2B5EF4-FFF2-40B4-BE49-F238E27FC236}">
                        <a16:creationId xmlns:a16="http://schemas.microsoft.com/office/drawing/2014/main" id="{07EF3FF3-262E-4C59-AA79-7979F06A01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" name="Line 66">
                    <a:extLst>
                      <a:ext uri="{FF2B5EF4-FFF2-40B4-BE49-F238E27FC236}">
                        <a16:creationId xmlns:a16="http://schemas.microsoft.com/office/drawing/2014/main" id="{30DDCFEE-46DC-4BB8-94BA-CF5410C26EA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" name="Line 67">
                    <a:extLst>
                      <a:ext uri="{FF2B5EF4-FFF2-40B4-BE49-F238E27FC236}">
                        <a16:creationId xmlns:a16="http://schemas.microsoft.com/office/drawing/2014/main" id="{416E109C-5E83-4B5F-B4E8-E3A292E594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" name="Line 80">
                    <a:extLst>
                      <a:ext uri="{FF2B5EF4-FFF2-40B4-BE49-F238E27FC236}">
                        <a16:creationId xmlns:a16="http://schemas.microsoft.com/office/drawing/2014/main" id="{AF1D41B8-B8C6-422A-989C-F2E63BB009B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" name="Line 83">
                    <a:extLst>
                      <a:ext uri="{FF2B5EF4-FFF2-40B4-BE49-F238E27FC236}">
                        <a16:creationId xmlns:a16="http://schemas.microsoft.com/office/drawing/2014/main" id="{D79EA086-228B-473C-99A2-4EB9EFBF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" name="Line 86">
                    <a:extLst>
                      <a:ext uri="{FF2B5EF4-FFF2-40B4-BE49-F238E27FC236}">
                        <a16:creationId xmlns:a16="http://schemas.microsoft.com/office/drawing/2014/main" id="{E12CFE61-2886-4DF6-97CB-802A79C337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3" name="Line 89">
                    <a:extLst>
                      <a:ext uri="{FF2B5EF4-FFF2-40B4-BE49-F238E27FC236}">
                        <a16:creationId xmlns:a16="http://schemas.microsoft.com/office/drawing/2014/main" id="{80115032-ED4C-4922-8FAF-13B13E3D506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72771C90-9B6E-4C66-BCDF-191625CAEC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1E461581-A7C3-4311-ADDF-F3DFF0AE8E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249B24BB-58EB-4682-9E4F-CA716563F79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318182A3-E0B1-4165-B8FC-EECB792B7D9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Rectangle 30">
                    <a:extLst>
                      <a:ext uri="{FF2B5EF4-FFF2-40B4-BE49-F238E27FC236}">
                        <a16:creationId xmlns:a16="http://schemas.microsoft.com/office/drawing/2014/main" id="{39E11CB9-95C8-4AAC-AB4F-C97FA83B8D2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" name="Rectangle 30">
                    <a:extLst>
                      <a:ext uri="{FF2B5EF4-FFF2-40B4-BE49-F238E27FC236}">
                        <a16:creationId xmlns:a16="http://schemas.microsoft.com/office/drawing/2014/main" id="{47ECDCE9-5C44-4614-B63A-0EFF833550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7CE61F75-B191-4916-817D-6B5F0CB26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47B2AD52-D5BE-42ED-8DDA-41FEA42488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9DA45C9A-48BB-4B79-947D-4C9492B28D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F3C09EC-E70B-4B47-AA85-613B632E95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4383E2C-8B5B-4A42-94D2-DC02507CBE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82" name="Freeform 68">
                    <a:extLst>
                      <a:ext uri="{FF2B5EF4-FFF2-40B4-BE49-F238E27FC236}">
                        <a16:creationId xmlns:a16="http://schemas.microsoft.com/office/drawing/2014/main" id="{E1AB9ABB-A72B-44DA-AE1E-2659AF824B1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Freeform 69">
                    <a:extLst>
                      <a:ext uri="{FF2B5EF4-FFF2-40B4-BE49-F238E27FC236}">
                        <a16:creationId xmlns:a16="http://schemas.microsoft.com/office/drawing/2014/main" id="{9254E35A-F753-473D-A6C2-77C9DF268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" name="Line 70">
                  <a:extLst>
                    <a:ext uri="{FF2B5EF4-FFF2-40B4-BE49-F238E27FC236}">
                      <a16:creationId xmlns:a16="http://schemas.microsoft.com/office/drawing/2014/main" id="{680295AB-7CB4-4413-83B7-0202079A42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B6AFD72-C393-400D-B26A-FDDC6D61C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77" name="Freeform 68">
                  <a:extLst>
                    <a:ext uri="{FF2B5EF4-FFF2-40B4-BE49-F238E27FC236}">
                      <a16:creationId xmlns:a16="http://schemas.microsoft.com/office/drawing/2014/main" id="{5578A549-668C-40CC-A989-7329B1DF9C5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69">
                  <a:extLst>
                    <a:ext uri="{FF2B5EF4-FFF2-40B4-BE49-F238E27FC236}">
                      <a16:creationId xmlns:a16="http://schemas.microsoft.com/office/drawing/2014/main" id="{CDAED989-D01C-4443-B003-960544EEC2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Line 70">
                  <a:extLst>
                    <a:ext uri="{FF2B5EF4-FFF2-40B4-BE49-F238E27FC236}">
                      <a16:creationId xmlns:a16="http://schemas.microsoft.com/office/drawing/2014/main" id="{33B8398D-2159-404A-AEAB-92B8BF6755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FAEB3340-B12E-4509-A748-4FE910B947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13F53D68-9C36-4B18-958E-25FA000E93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5404EF33-514B-42EC-B28E-368FF76F203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B84AB5BF-38BB-4C4C-AE39-3858B1C87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415B6201-AD12-4E5A-B584-E7F2C63A50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2320622C-533C-4263-8AD9-BC6540497A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Rectangle 5">
                    <a:extLst>
                      <a:ext uri="{FF2B5EF4-FFF2-40B4-BE49-F238E27FC236}">
                        <a16:creationId xmlns:a16="http://schemas.microsoft.com/office/drawing/2014/main" id="{AEACDC9E-C3FC-40A1-8FCA-D21AB13665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Rectangle 5">
                    <a:extLst>
                      <a:ext uri="{FF2B5EF4-FFF2-40B4-BE49-F238E27FC236}">
                        <a16:creationId xmlns:a16="http://schemas.microsoft.com/office/drawing/2014/main" id="{51081690-CB5B-463F-84BB-B9AD02F8170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563C9EA-0DAB-4FC2-8A77-26A8EE9CE2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4481200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755D327-3D23-4FB4-99D6-643DC0542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43" name="Freeform 64">
                  <a:extLst>
                    <a:ext uri="{FF2B5EF4-FFF2-40B4-BE49-F238E27FC236}">
                      <a16:creationId xmlns:a16="http://schemas.microsoft.com/office/drawing/2014/main" id="{BCF267B6-6DDF-446D-8DFD-6DE492D8D9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81">
                  <a:extLst>
                    <a:ext uri="{FF2B5EF4-FFF2-40B4-BE49-F238E27FC236}">
                      <a16:creationId xmlns:a16="http://schemas.microsoft.com/office/drawing/2014/main" id="{F61582DA-1510-4BD7-9799-166190DE13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Freeform 61">
                  <a:extLst>
                    <a:ext uri="{FF2B5EF4-FFF2-40B4-BE49-F238E27FC236}">
                      <a16:creationId xmlns:a16="http://schemas.microsoft.com/office/drawing/2014/main" id="{96BE28F4-43E3-4A9F-812B-9EF0F83FF73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78">
                  <a:extLst>
                    <a:ext uri="{FF2B5EF4-FFF2-40B4-BE49-F238E27FC236}">
                      <a16:creationId xmlns:a16="http://schemas.microsoft.com/office/drawing/2014/main" id="{B4EF098E-E8B6-4FB2-9B98-349F1E4A8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84">
                  <a:extLst>
                    <a:ext uri="{FF2B5EF4-FFF2-40B4-BE49-F238E27FC236}">
                      <a16:creationId xmlns:a16="http://schemas.microsoft.com/office/drawing/2014/main" id="{52E23EDD-44C3-471E-B12D-6DD316EB9A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Freeform 87">
                  <a:extLst>
                    <a:ext uri="{FF2B5EF4-FFF2-40B4-BE49-F238E27FC236}">
                      <a16:creationId xmlns:a16="http://schemas.microsoft.com/office/drawing/2014/main" id="{BD8F957F-2085-4949-98F0-E3F922FEF1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Freeform 60">
                  <a:extLst>
                    <a:ext uri="{FF2B5EF4-FFF2-40B4-BE49-F238E27FC236}">
                      <a16:creationId xmlns:a16="http://schemas.microsoft.com/office/drawing/2014/main" id="{4C63148E-E3F7-4F1B-8B51-C6325FF760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Freeform 59">
                  <a:extLst>
                    <a:ext uri="{FF2B5EF4-FFF2-40B4-BE49-F238E27FC236}">
                      <a16:creationId xmlns:a16="http://schemas.microsoft.com/office/drawing/2014/main" id="{C0E01DDC-4697-4BAF-9E7B-3105346C0C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 62">
                  <a:extLst>
                    <a:ext uri="{FF2B5EF4-FFF2-40B4-BE49-F238E27FC236}">
                      <a16:creationId xmlns:a16="http://schemas.microsoft.com/office/drawing/2014/main" id="{8B46C7D5-8BCA-4EB9-8B99-4CA2361DF5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2" name="Freeform 65">
                  <a:extLst>
                    <a:ext uri="{FF2B5EF4-FFF2-40B4-BE49-F238E27FC236}">
                      <a16:creationId xmlns:a16="http://schemas.microsoft.com/office/drawing/2014/main" id="{E5FCA399-B8EF-4655-AA6F-B7ED60B64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Freeform 79">
                  <a:extLst>
                    <a:ext uri="{FF2B5EF4-FFF2-40B4-BE49-F238E27FC236}">
                      <a16:creationId xmlns:a16="http://schemas.microsoft.com/office/drawing/2014/main" id="{317D3F9E-17A4-45E5-B5EB-61D412D749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Freeform 82">
                  <a:extLst>
                    <a:ext uri="{FF2B5EF4-FFF2-40B4-BE49-F238E27FC236}">
                      <a16:creationId xmlns:a16="http://schemas.microsoft.com/office/drawing/2014/main" id="{BFF6249F-3854-458C-A404-C8B8BAFA2B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85">
                  <a:extLst>
                    <a:ext uri="{FF2B5EF4-FFF2-40B4-BE49-F238E27FC236}">
                      <a16:creationId xmlns:a16="http://schemas.microsoft.com/office/drawing/2014/main" id="{2B9DFEE7-D666-432F-B1C5-B7619AAE5F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Freeform 88">
                  <a:extLst>
                    <a:ext uri="{FF2B5EF4-FFF2-40B4-BE49-F238E27FC236}">
                      <a16:creationId xmlns:a16="http://schemas.microsoft.com/office/drawing/2014/main" id="{E6C5AF2E-2B29-41F6-9EB0-71A32C2D3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E427A27-8C8A-4B4F-A527-8462C3B340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58" name="Line 63">
                    <a:extLst>
                      <a:ext uri="{FF2B5EF4-FFF2-40B4-BE49-F238E27FC236}">
                        <a16:creationId xmlns:a16="http://schemas.microsoft.com/office/drawing/2014/main" id="{6DE1638C-3547-44FC-8C47-2BC33E9B7F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Line 66">
                    <a:extLst>
                      <a:ext uri="{FF2B5EF4-FFF2-40B4-BE49-F238E27FC236}">
                        <a16:creationId xmlns:a16="http://schemas.microsoft.com/office/drawing/2014/main" id="{8B5C779B-9B1B-4D6F-BABE-EEDE666632E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" name="Line 67">
                    <a:extLst>
                      <a:ext uri="{FF2B5EF4-FFF2-40B4-BE49-F238E27FC236}">
                        <a16:creationId xmlns:a16="http://schemas.microsoft.com/office/drawing/2014/main" id="{9ABB0357-FBC6-4182-ACBC-CE33ED76A53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1" name="Line 80">
                    <a:extLst>
                      <a:ext uri="{FF2B5EF4-FFF2-40B4-BE49-F238E27FC236}">
                        <a16:creationId xmlns:a16="http://schemas.microsoft.com/office/drawing/2014/main" id="{D8BBD55A-A49C-4C05-8F56-3810FBB0B30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2" name="Line 83">
                    <a:extLst>
                      <a:ext uri="{FF2B5EF4-FFF2-40B4-BE49-F238E27FC236}">
                        <a16:creationId xmlns:a16="http://schemas.microsoft.com/office/drawing/2014/main" id="{111EAA7C-AA92-4A1B-8F26-363A52C4F3E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3" name="Line 86">
                    <a:extLst>
                      <a:ext uri="{FF2B5EF4-FFF2-40B4-BE49-F238E27FC236}">
                        <a16:creationId xmlns:a16="http://schemas.microsoft.com/office/drawing/2014/main" id="{4743541B-8C68-4713-A8C2-986F472C2A1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" name="Line 89">
                    <a:extLst>
                      <a:ext uri="{FF2B5EF4-FFF2-40B4-BE49-F238E27FC236}">
                        <a16:creationId xmlns:a16="http://schemas.microsoft.com/office/drawing/2014/main" id="{7FC2A3B9-4D0F-46E9-9320-2837915EA2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ShapeType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F42436D-2678-45F4-AD8C-F44A583BF3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1D959C4-F44C-4231-954E-291E2A3352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F7910B06-71B3-40CA-A40F-26E8737EE6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8EBB401D-2CF3-4159-A7A4-6AD59C1BB8D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Rectangle 30">
                    <a:extLst>
                      <a:ext uri="{FF2B5EF4-FFF2-40B4-BE49-F238E27FC236}">
                        <a16:creationId xmlns:a16="http://schemas.microsoft.com/office/drawing/2014/main" id="{FC48363B-11FF-40A8-AEAA-A93CD0A784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Rectangle 30">
                    <a:extLst>
                      <a:ext uri="{FF2B5EF4-FFF2-40B4-BE49-F238E27FC236}">
                        <a16:creationId xmlns:a16="http://schemas.microsoft.com/office/drawing/2014/main" id="{AC74A521-6FFE-4682-946F-6B9127169E6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3E440FB5-3DD0-4387-BD33-FC5C584F183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9C720748-E0F4-4159-BB35-C1C24D4E1D9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1DDCFC3F-6E46-4AFB-B70E-0697D511F4E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07B2CFE-B628-4624-A10D-07055E85C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48D4B3D-DE36-44E0-B476-CF52C5E21F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33" name="Freeform 68">
                    <a:extLst>
                      <a:ext uri="{FF2B5EF4-FFF2-40B4-BE49-F238E27FC236}">
                        <a16:creationId xmlns:a16="http://schemas.microsoft.com/office/drawing/2014/main" id="{A9933ECF-7092-4506-8C77-22C495952F1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69">
                    <a:extLst>
                      <a:ext uri="{FF2B5EF4-FFF2-40B4-BE49-F238E27FC236}">
                        <a16:creationId xmlns:a16="http://schemas.microsoft.com/office/drawing/2014/main" id="{432F265C-074E-4FC6-9173-99E03A1F3F4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2" name="Line 70">
                  <a:extLst>
                    <a:ext uri="{FF2B5EF4-FFF2-40B4-BE49-F238E27FC236}">
                      <a16:creationId xmlns:a16="http://schemas.microsoft.com/office/drawing/2014/main" id="{2BEE55B0-D1EB-45E9-B51E-CC50EE852C8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1E9206C-1369-4978-9E7D-F7B5B9FB2F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28" name="Freeform 68">
                  <a:extLst>
                    <a:ext uri="{FF2B5EF4-FFF2-40B4-BE49-F238E27FC236}">
                      <a16:creationId xmlns:a16="http://schemas.microsoft.com/office/drawing/2014/main" id="{42F2D224-3D82-4555-A126-AD01D9C1D03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69">
                  <a:extLst>
                    <a:ext uri="{FF2B5EF4-FFF2-40B4-BE49-F238E27FC236}">
                      <a16:creationId xmlns:a16="http://schemas.microsoft.com/office/drawing/2014/main" id="{E6E58F4B-45A3-474E-BAE2-22DE53DE82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70">
                  <a:extLst>
                    <a:ext uri="{FF2B5EF4-FFF2-40B4-BE49-F238E27FC236}">
                      <a16:creationId xmlns:a16="http://schemas.microsoft.com/office/drawing/2014/main" id="{5913067D-C493-4C13-B6B4-4BAAAAD5A1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DF193A9-A9FA-49CE-80E4-B6A55C8A1C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7B604387-D44A-47B5-AF4C-058202F95D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875FB92D-49A1-4F45-AB55-3C63FD4E4F3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5BC00B78-406D-4EAE-BBE0-86C6B3A493F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85017B43-F8F7-4155-A18C-DFAB5AC7173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D44D74B-53BC-46DD-B55F-7359772FBEC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5">
                    <a:extLst>
                      <a:ext uri="{FF2B5EF4-FFF2-40B4-BE49-F238E27FC236}">
                        <a16:creationId xmlns:a16="http://schemas.microsoft.com/office/drawing/2014/main" id="{7FC210DF-8754-446B-A42F-11912ED458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5">
                    <a:extLst>
                      <a:ext uri="{FF2B5EF4-FFF2-40B4-BE49-F238E27FC236}">
                        <a16:creationId xmlns:a16="http://schemas.microsoft.com/office/drawing/2014/main" id="{95387490-6438-4B7E-85AE-C45E32A09CF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pic>
        <p:nvPicPr>
          <p:cNvPr id="4" name="Picture 3" descr="Santiago Papeleria | Tienda Virtual Santiago Papeleria">
            <a:extLst>
              <a:ext uri="{FF2B5EF4-FFF2-40B4-BE49-F238E27FC236}">
                <a16:creationId xmlns:a16="http://schemas.microsoft.com/office/drawing/2014/main" id="{AADF1B12-BFBA-DC70-53BB-84916EB5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72" y="636983"/>
            <a:ext cx="7117277" cy="233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46FD-AF1C-33F3-23B1-3DE9473F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funcionales</a:t>
            </a:r>
            <a:r>
              <a:rPr lang="en-US" dirty="0"/>
              <a:t> - no </a:t>
            </a:r>
            <a:r>
              <a:rPr lang="en-US" dirty="0" err="1"/>
              <a:t>funcionales</a:t>
            </a:r>
            <a:endParaRPr lang="en-US" dirty="0"/>
          </a:p>
        </p:txBody>
      </p:sp>
      <p:pic>
        <p:nvPicPr>
          <p:cNvPr id="7" name="Content Placeholder 6" descr="A green and white list with black text&#10;&#10;AI-generated content may be incorrect.">
            <a:extLst>
              <a:ext uri="{FF2B5EF4-FFF2-40B4-BE49-F238E27FC236}">
                <a16:creationId xmlns:a16="http://schemas.microsoft.com/office/drawing/2014/main" id="{F95E133A-0963-8DA1-C49D-AA0B836DC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731" y="1715613"/>
            <a:ext cx="10219135" cy="4901152"/>
          </a:xfrm>
          <a:prstGeom prst="rect">
            <a:avLst/>
          </a:prstGeom>
        </p:spPr>
      </p:pic>
      <p:pic>
        <p:nvPicPr>
          <p:cNvPr id="9" name="Picture 8" descr="Santiago Papeleria | Tienda Virtual Santiago Papeleria">
            <a:extLst>
              <a:ext uri="{FF2B5EF4-FFF2-40B4-BE49-F238E27FC236}">
                <a16:creationId xmlns:a16="http://schemas.microsoft.com/office/drawing/2014/main" id="{5E13AF91-184C-903F-8A1F-4DEDA300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0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6AF8-13EE-C04E-CBB7-D959450B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Requisitos</a:t>
            </a:r>
            <a:r>
              <a:rPr lang="en-US" dirty="0"/>
              <a:t> </a:t>
            </a:r>
            <a:r>
              <a:rPr lang="en-US" dirty="0" err="1"/>
              <a:t>funcionales</a:t>
            </a:r>
            <a:r>
              <a:rPr lang="en-US" dirty="0"/>
              <a:t> - no </a:t>
            </a:r>
            <a:r>
              <a:rPr lang="en-US" dirty="0" err="1"/>
              <a:t>funcionales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0B42F9-97FC-0788-9127-5D934F0FF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70" y="2475525"/>
            <a:ext cx="12093460" cy="1906810"/>
          </a:xfrm>
          <a:prstGeom prst="rect">
            <a:avLst/>
          </a:prstGeom>
        </p:spPr>
      </p:pic>
      <p:pic>
        <p:nvPicPr>
          <p:cNvPr id="6" name="Picture 5" descr="Santiago Papeleria | Tienda Virtual Santiago Papeleria">
            <a:extLst>
              <a:ext uri="{FF2B5EF4-FFF2-40B4-BE49-F238E27FC236}">
                <a16:creationId xmlns:a16="http://schemas.microsoft.com/office/drawing/2014/main" id="{48F38673-63EF-D8E0-51F2-F12761A3D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4BF5-4C07-D153-5F73-79126AE4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Backlog – </a:t>
            </a:r>
            <a:r>
              <a:rPr lang="en-US" dirty="0" err="1"/>
              <a:t>Historias</a:t>
            </a:r>
            <a:r>
              <a:rPr lang="en-US" dirty="0"/>
              <a:t> de </a:t>
            </a:r>
            <a:r>
              <a:rPr lang="en-US" dirty="0" err="1"/>
              <a:t>usuario</a:t>
            </a:r>
          </a:p>
        </p:txBody>
      </p:sp>
      <p:pic>
        <p:nvPicPr>
          <p:cNvPr id="4" name="Content Placeholder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06280B73-A0C0-12A3-D809-54F015041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714" y="1510665"/>
            <a:ext cx="9452573" cy="5152711"/>
          </a:xfrm>
          <a:prstGeom prst="rect">
            <a:avLst/>
          </a:prstGeom>
        </p:spPr>
      </p:pic>
      <p:pic>
        <p:nvPicPr>
          <p:cNvPr id="6" name="Picture 5" descr="Santiago Papeleria | Tienda Virtual Santiago Papeleria">
            <a:extLst>
              <a:ext uri="{FF2B5EF4-FFF2-40B4-BE49-F238E27FC236}">
                <a16:creationId xmlns:a16="http://schemas.microsoft.com/office/drawing/2014/main" id="{93B1B1D3-E8C5-BC4E-FFC4-378D6122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9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435F-F8BF-B107-9E2D-B8CAAA4C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ARCHITECT</a:t>
            </a:r>
            <a:br>
              <a:rPr lang="en-US" dirty="0"/>
            </a:b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contexto</a:t>
            </a:r>
          </a:p>
        </p:txBody>
      </p:sp>
      <p:pic>
        <p:nvPicPr>
          <p:cNvPr id="4" name="Content Placeholder 3" descr="A diagram of a website&#10;&#10;AI-generated content may be incorrect.">
            <a:extLst>
              <a:ext uri="{FF2B5EF4-FFF2-40B4-BE49-F238E27FC236}">
                <a16:creationId xmlns:a16="http://schemas.microsoft.com/office/drawing/2014/main" id="{ADFB284D-6378-2BAF-ADCE-C4DA1561F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340" y="1507795"/>
            <a:ext cx="7767319" cy="5019905"/>
          </a:xfrm>
          <a:prstGeom prst="rect">
            <a:avLst/>
          </a:prstGeom>
        </p:spPr>
      </p:pic>
      <p:pic>
        <p:nvPicPr>
          <p:cNvPr id="6" name="Picture 5" descr="Santiago Papeleria | Tienda Virtual Santiago Papeleria">
            <a:extLst>
              <a:ext uri="{FF2B5EF4-FFF2-40B4-BE49-F238E27FC236}">
                <a16:creationId xmlns:a16="http://schemas.microsoft.com/office/drawing/2014/main" id="{FD88A09F-6205-4CFB-791A-F7B970D95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9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1B4D-82FB-6A57-8F73-C5A5A2CC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 de Uso -  </a:t>
            </a:r>
            <a:r>
              <a:rPr lang="en-US" dirty="0" err="1"/>
              <a:t>clase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F25398D5-E5D0-2668-F5B7-45DDA3230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8186" y="1510665"/>
            <a:ext cx="4402247" cy="5046031"/>
          </a:xfrm>
          <a:prstGeom prst="rect">
            <a:avLst/>
          </a:prstGeom>
        </p:spPr>
      </p:pic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842C4AF1-C662-B173-905A-2E5A61116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" y="1507808"/>
            <a:ext cx="7016016" cy="3594685"/>
          </a:xfrm>
          <a:prstGeom prst="rect">
            <a:avLst/>
          </a:prstGeom>
        </p:spPr>
      </p:pic>
      <p:pic>
        <p:nvPicPr>
          <p:cNvPr id="7" name="Picture 6" descr="Santiago Papeleria | Tienda Virtual Santiago Papeleria">
            <a:extLst>
              <a:ext uri="{FF2B5EF4-FFF2-40B4-BE49-F238E27FC236}">
                <a16:creationId xmlns:a16="http://schemas.microsoft.com/office/drawing/2014/main" id="{CC84EF83-02AF-6D6B-A5C0-D1605471C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55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AD91-4982-FB1A-6624-7C15260F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secuencia</a:t>
            </a:r>
            <a:r>
              <a:rPr lang="en-US" dirty="0"/>
              <a:t> – </a:t>
            </a:r>
            <a:r>
              <a:rPr lang="en-US" dirty="0" err="1"/>
              <a:t>actividad</a:t>
            </a:r>
          </a:p>
        </p:txBody>
      </p:sp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687AB301-C5FF-8AFB-0029-1F873D20B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63" y="1616653"/>
            <a:ext cx="6292720" cy="5237619"/>
          </a:xfrm>
          <a:prstGeom prst="rect">
            <a:avLst/>
          </a:prstGeom>
        </p:spPr>
      </p:pic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0BE48B3E-2250-8346-C120-EF1C79737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00" y="1434935"/>
            <a:ext cx="3851836" cy="5353793"/>
          </a:xfrm>
          <a:prstGeom prst="rect">
            <a:avLst/>
          </a:prstGeom>
        </p:spPr>
      </p:pic>
      <p:pic>
        <p:nvPicPr>
          <p:cNvPr id="7" name="Picture 6" descr="Santiago Papeleria | Tienda Virtual Santiago Papeleria">
            <a:extLst>
              <a:ext uri="{FF2B5EF4-FFF2-40B4-BE49-F238E27FC236}">
                <a16:creationId xmlns:a16="http://schemas.microsoft.com/office/drawing/2014/main" id="{BF8251E7-40C4-7607-EB49-CA1BE9581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391" y="280723"/>
            <a:ext cx="3079667" cy="10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1361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FrostyVTI</vt:lpstr>
      <vt:lpstr>Fundamentos de la ingenieria de software</vt:lpstr>
      <vt:lpstr>Requisitos funcionales - no funcionales</vt:lpstr>
      <vt:lpstr>Requisitos funcionales - no funcionales</vt:lpstr>
      <vt:lpstr>Backlog – Historias de usuario</vt:lpstr>
      <vt:lpstr>ENTERPRISE ARCHITECT Diagrama de contexto</vt:lpstr>
      <vt:lpstr>Diagrama de Uso -  clase</vt:lpstr>
      <vt:lpstr>Diagrama de secuencia – 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</cp:revision>
  <dcterms:created xsi:type="dcterms:W3CDTF">2025-11-24T14:34:20Z</dcterms:created>
  <dcterms:modified xsi:type="dcterms:W3CDTF">2025-11-24T14:46:03Z</dcterms:modified>
</cp:coreProperties>
</file>